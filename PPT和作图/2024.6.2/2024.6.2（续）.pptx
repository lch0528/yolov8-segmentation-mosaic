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7" r:id="rId3"/>
    <p:sldId id="390" r:id="rId4"/>
    <p:sldId id="412" r:id="rId5"/>
    <p:sldId id="414" r:id="rId6"/>
    <p:sldId id="343" r:id="rId7"/>
    <p:sldId id="329" r:id="rId8"/>
    <p:sldId id="374" r:id="rId9"/>
    <p:sldId id="375" r:id="rId10"/>
    <p:sldId id="273" r:id="rId11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8BA6627C-7C07-4C92-89A3-C6743F8FF652}">
          <p14:sldIdLst>
            <p14:sldId id="257"/>
            <p14:sldId id="390"/>
            <p14:sldId id="412"/>
            <p14:sldId id="414"/>
            <p14:sldId id="343"/>
            <p14:sldId id="329"/>
            <p14:sldId id="374"/>
            <p14:sldId id="375"/>
            <p14:sldId id="273"/>
          </p14:sldIdLst>
        </p14:section>
      </p14:section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3524345723@qq.com" initials="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F0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405" autoAdjust="0"/>
    <p:restoredTop sz="95090" autoAdjust="0"/>
  </p:normalViewPr>
  <p:slideViewPr>
    <p:cSldViewPr snapToGrid="0">
      <p:cViewPr varScale="1">
        <p:scale>
          <a:sx n="86" d="100"/>
          <a:sy n="86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1.xml"/><Relationship Id="rId16" Type="http://schemas.openxmlformats.org/officeDocument/2006/relationships/commentAuthors" Target="commentAuthors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2.png"/><Relationship Id="rId6" Type="http://schemas.openxmlformats.org/officeDocument/2006/relationships/image" Target="../media/image1.png"/><Relationship Id="rId5" Type="http://schemas.openxmlformats.org/officeDocument/2006/relationships/hyperlink" Target="https://sysu-hcp.net/lip/overview.php" TargetMode="External"/><Relationship Id="rId4" Type="http://schemas.openxmlformats.org/officeDocument/2006/relationships/hyperlink" Target="https://blog.csdn.net/hyk_1996/article/details/91974621" TargetMode="External"/><Relationship Id="rId3" Type="http://schemas.openxmlformats.org/officeDocument/2006/relationships/hyperlink" Target="https://blog.csdn.net/weixin_41809530/article/details/120237242" TargetMode="External"/><Relationship Id="rId2" Type="http://schemas.openxmlformats.org/officeDocument/2006/relationships/hyperlink" Target="https://blog.csdn.net/qq_41994006/article/details/126191667" TargetMode="External"/><Relationship Id="rId1" Type="http://schemas.openxmlformats.org/officeDocument/2006/relationships/hyperlink" Target="https://blog.csdn.net/wxf19940618/article/details/83661891" TargetMode="Externa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组合 84"/>
          <p:cNvGrpSpPr/>
          <p:nvPr/>
        </p:nvGrpSpPr>
        <p:grpSpPr>
          <a:xfrm>
            <a:off x="-318784" y="-438150"/>
            <a:ext cx="2054282" cy="7742402"/>
            <a:chOff x="-318759" y="-438055"/>
            <a:chExt cx="2054231" cy="7742211"/>
          </a:xfrm>
        </p:grpSpPr>
        <p:grpSp>
          <p:nvGrpSpPr>
            <p:cNvPr id="18" name="组合 17"/>
            <p:cNvGrpSpPr/>
            <p:nvPr/>
          </p:nvGrpSpPr>
          <p:grpSpPr>
            <a:xfrm>
              <a:off x="-318758" y="-438055"/>
              <a:ext cx="2054230" cy="1341411"/>
              <a:chOff x="-318758" y="-438055"/>
              <a:chExt cx="2054230" cy="1341411"/>
            </a:xfrm>
          </p:grpSpPr>
          <p:sp>
            <p:nvSpPr>
              <p:cNvPr id="11" name="任意多边形 10"/>
              <p:cNvSpPr/>
              <p:nvPr/>
            </p:nvSpPr>
            <p:spPr>
              <a:xfrm rot="2700000">
                <a:off x="103782" y="-728333"/>
                <a:ext cx="1209149" cy="2054230"/>
              </a:xfrm>
              <a:custGeom>
                <a:avLst/>
                <a:gdLst>
                  <a:gd name="connsiteX0" fmla="*/ 579225 w 1209149"/>
                  <a:gd name="connsiteY0" fmla="*/ 629924 h 2054230"/>
                  <a:gd name="connsiteX1" fmla="*/ 1209149 w 1209149"/>
                  <a:gd name="connsiteY1" fmla="*/ 0 h 2054230"/>
                  <a:gd name="connsiteX2" fmla="*/ 1209149 w 1209149"/>
                  <a:gd name="connsiteY2" fmla="*/ 2054230 h 2054230"/>
                  <a:gd name="connsiteX3" fmla="*/ 629924 w 1209149"/>
                  <a:gd name="connsiteY3" fmla="*/ 2054230 h 2054230"/>
                  <a:gd name="connsiteX4" fmla="*/ 0 w 1209149"/>
                  <a:gd name="connsiteY4" fmla="*/ 1424306 h 2054230"/>
                  <a:gd name="connsiteX5" fmla="*/ 579225 w 1209149"/>
                  <a:gd name="connsiteY5" fmla="*/ 1424306 h 2054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09149" h="2054230">
                    <a:moveTo>
                      <a:pt x="579225" y="629924"/>
                    </a:moveTo>
                    <a:lnTo>
                      <a:pt x="1209149" y="0"/>
                    </a:lnTo>
                    <a:lnTo>
                      <a:pt x="1209149" y="2054230"/>
                    </a:lnTo>
                    <a:lnTo>
                      <a:pt x="629924" y="2054230"/>
                    </a:lnTo>
                    <a:lnTo>
                      <a:pt x="0" y="1424306"/>
                    </a:lnTo>
                    <a:lnTo>
                      <a:pt x="579225" y="1424306"/>
                    </a:lnTo>
                    <a:close/>
                  </a:path>
                </a:pathLst>
              </a:custGeom>
              <a:solidFill>
                <a:srgbClr val="5B6A7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任意多边形 12"/>
              <p:cNvSpPr/>
              <p:nvPr/>
            </p:nvSpPr>
            <p:spPr>
              <a:xfrm rot="2700000">
                <a:off x="28669" y="-657766"/>
                <a:ext cx="1072529" cy="1511952"/>
              </a:xfrm>
              <a:custGeom>
                <a:avLst/>
                <a:gdLst>
                  <a:gd name="connsiteX0" fmla="*/ 0 w 1072529"/>
                  <a:gd name="connsiteY0" fmla="*/ 1072529 h 1511952"/>
                  <a:gd name="connsiteX1" fmla="*/ 1072529 w 1072529"/>
                  <a:gd name="connsiteY1" fmla="*/ 0 h 1511952"/>
                  <a:gd name="connsiteX2" fmla="*/ 1072529 w 1072529"/>
                  <a:gd name="connsiteY2" fmla="*/ 1511952 h 1511952"/>
                  <a:gd name="connsiteX3" fmla="*/ 439424 w 1072529"/>
                  <a:gd name="connsiteY3" fmla="*/ 1511952 h 1511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72529" h="1511952">
                    <a:moveTo>
                      <a:pt x="0" y="1072529"/>
                    </a:moveTo>
                    <a:lnTo>
                      <a:pt x="1072529" y="0"/>
                    </a:lnTo>
                    <a:lnTo>
                      <a:pt x="1072529" y="1511952"/>
                    </a:lnTo>
                    <a:lnTo>
                      <a:pt x="439424" y="1511952"/>
                    </a:lnTo>
                    <a:close/>
                  </a:path>
                </a:pathLst>
              </a:custGeom>
              <a:noFill/>
              <a:ln w="57150">
                <a:gradFill flip="none" rotWithShape="1">
                  <a:gsLst>
                    <a:gs pos="0">
                      <a:srgbClr val="D7B26C"/>
                    </a:gs>
                    <a:gs pos="67000">
                      <a:srgbClr val="D7B26C">
                        <a:alpha val="40000"/>
                      </a:srgbClr>
                    </a:gs>
                    <a:gs pos="100000">
                      <a:srgbClr val="D7B26C">
                        <a:alpha val="65000"/>
                      </a:srgbClr>
                    </a:gs>
                  </a:gsLst>
                  <a:lin ang="162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 flipV="1">
              <a:off x="-318759" y="5962745"/>
              <a:ext cx="2054230" cy="1341411"/>
              <a:chOff x="-318758" y="-438055"/>
              <a:chExt cx="2054230" cy="1341411"/>
            </a:xfrm>
          </p:grpSpPr>
          <p:sp>
            <p:nvSpPr>
              <p:cNvPr id="20" name="任意多边形 19"/>
              <p:cNvSpPr/>
              <p:nvPr/>
            </p:nvSpPr>
            <p:spPr>
              <a:xfrm rot="2700000">
                <a:off x="103782" y="-728333"/>
                <a:ext cx="1209149" cy="2054230"/>
              </a:xfrm>
              <a:custGeom>
                <a:avLst/>
                <a:gdLst>
                  <a:gd name="connsiteX0" fmla="*/ 579225 w 1209149"/>
                  <a:gd name="connsiteY0" fmla="*/ 629924 h 2054230"/>
                  <a:gd name="connsiteX1" fmla="*/ 1209149 w 1209149"/>
                  <a:gd name="connsiteY1" fmla="*/ 0 h 2054230"/>
                  <a:gd name="connsiteX2" fmla="*/ 1209149 w 1209149"/>
                  <a:gd name="connsiteY2" fmla="*/ 2054230 h 2054230"/>
                  <a:gd name="connsiteX3" fmla="*/ 629924 w 1209149"/>
                  <a:gd name="connsiteY3" fmla="*/ 2054230 h 2054230"/>
                  <a:gd name="connsiteX4" fmla="*/ 0 w 1209149"/>
                  <a:gd name="connsiteY4" fmla="*/ 1424306 h 2054230"/>
                  <a:gd name="connsiteX5" fmla="*/ 579225 w 1209149"/>
                  <a:gd name="connsiteY5" fmla="*/ 1424306 h 2054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09149" h="2054230">
                    <a:moveTo>
                      <a:pt x="579225" y="629924"/>
                    </a:moveTo>
                    <a:lnTo>
                      <a:pt x="1209149" y="0"/>
                    </a:lnTo>
                    <a:lnTo>
                      <a:pt x="1209149" y="2054230"/>
                    </a:lnTo>
                    <a:lnTo>
                      <a:pt x="629924" y="2054230"/>
                    </a:lnTo>
                    <a:lnTo>
                      <a:pt x="0" y="1424306"/>
                    </a:lnTo>
                    <a:lnTo>
                      <a:pt x="579225" y="1424306"/>
                    </a:lnTo>
                    <a:close/>
                  </a:path>
                </a:pathLst>
              </a:custGeom>
              <a:solidFill>
                <a:srgbClr val="5B6A7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任意多边形 20"/>
              <p:cNvSpPr/>
              <p:nvPr/>
            </p:nvSpPr>
            <p:spPr>
              <a:xfrm rot="2700000">
                <a:off x="28669" y="-657766"/>
                <a:ext cx="1072529" cy="1511952"/>
              </a:xfrm>
              <a:custGeom>
                <a:avLst/>
                <a:gdLst>
                  <a:gd name="connsiteX0" fmla="*/ 0 w 1072529"/>
                  <a:gd name="connsiteY0" fmla="*/ 1072529 h 1511952"/>
                  <a:gd name="connsiteX1" fmla="*/ 1072529 w 1072529"/>
                  <a:gd name="connsiteY1" fmla="*/ 0 h 1511952"/>
                  <a:gd name="connsiteX2" fmla="*/ 1072529 w 1072529"/>
                  <a:gd name="connsiteY2" fmla="*/ 1511952 h 1511952"/>
                  <a:gd name="connsiteX3" fmla="*/ 439424 w 1072529"/>
                  <a:gd name="connsiteY3" fmla="*/ 1511952 h 1511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72529" h="1511952">
                    <a:moveTo>
                      <a:pt x="0" y="1072529"/>
                    </a:moveTo>
                    <a:lnTo>
                      <a:pt x="1072529" y="0"/>
                    </a:lnTo>
                    <a:lnTo>
                      <a:pt x="1072529" y="1511952"/>
                    </a:lnTo>
                    <a:lnTo>
                      <a:pt x="439424" y="1511952"/>
                    </a:lnTo>
                    <a:close/>
                  </a:path>
                </a:pathLst>
              </a:custGeom>
              <a:noFill/>
              <a:ln w="57150">
                <a:gradFill flip="none" rotWithShape="1">
                  <a:gsLst>
                    <a:gs pos="0">
                      <a:srgbClr val="D7B26C"/>
                    </a:gs>
                    <a:gs pos="67000">
                      <a:srgbClr val="D7B26C">
                        <a:alpha val="40000"/>
                      </a:srgbClr>
                    </a:gs>
                    <a:gs pos="100000">
                      <a:srgbClr val="D7B26C">
                        <a:alpha val="65000"/>
                      </a:srgbClr>
                    </a:gs>
                  </a:gsLst>
                  <a:lin ang="162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89" name="组合 88"/>
          <p:cNvGrpSpPr/>
          <p:nvPr/>
        </p:nvGrpSpPr>
        <p:grpSpPr>
          <a:xfrm>
            <a:off x="9629471" y="-57386"/>
            <a:ext cx="4744029" cy="6972537"/>
            <a:chOff x="9629471" y="-57386"/>
            <a:chExt cx="4744029" cy="6972537"/>
          </a:xfrm>
        </p:grpSpPr>
        <p:sp>
          <p:nvSpPr>
            <p:cNvPr id="61" name="任意多边形 60"/>
            <p:cNvSpPr/>
            <p:nvPr/>
          </p:nvSpPr>
          <p:spPr>
            <a:xfrm rot="2700000">
              <a:off x="10004350" y="1244426"/>
              <a:ext cx="4369150" cy="4369150"/>
            </a:xfrm>
            <a:custGeom>
              <a:avLst/>
              <a:gdLst>
                <a:gd name="connsiteX0" fmla="*/ 0 w 4369150"/>
                <a:gd name="connsiteY0" fmla="*/ 0 h 4369150"/>
                <a:gd name="connsiteX1" fmla="*/ 875900 w 4369150"/>
                <a:gd name="connsiteY1" fmla="*/ 875899 h 4369150"/>
                <a:gd name="connsiteX2" fmla="*/ 875899 w 4369150"/>
                <a:gd name="connsiteY2" fmla="*/ 3493251 h 4369150"/>
                <a:gd name="connsiteX3" fmla="*/ 3493251 w 4369150"/>
                <a:gd name="connsiteY3" fmla="*/ 3493251 h 4369150"/>
                <a:gd name="connsiteX4" fmla="*/ 4369150 w 4369150"/>
                <a:gd name="connsiteY4" fmla="*/ 4369150 h 4369150"/>
                <a:gd name="connsiteX5" fmla="*/ 0 w 4369150"/>
                <a:gd name="connsiteY5" fmla="*/ 4369150 h 436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69150" h="4369150">
                  <a:moveTo>
                    <a:pt x="0" y="0"/>
                  </a:moveTo>
                  <a:lnTo>
                    <a:pt x="875900" y="875899"/>
                  </a:lnTo>
                  <a:lnTo>
                    <a:pt x="875899" y="3493251"/>
                  </a:lnTo>
                  <a:lnTo>
                    <a:pt x="3493251" y="3493251"/>
                  </a:lnTo>
                  <a:lnTo>
                    <a:pt x="4369150" y="4369150"/>
                  </a:lnTo>
                  <a:lnTo>
                    <a:pt x="0" y="4369150"/>
                  </a:lnTo>
                  <a:close/>
                </a:path>
              </a:pathLst>
            </a:custGeom>
            <a:solidFill>
              <a:srgbClr val="5B6A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grpSp>
          <p:nvGrpSpPr>
            <p:cNvPr id="84" name="组合 83"/>
            <p:cNvGrpSpPr/>
            <p:nvPr/>
          </p:nvGrpSpPr>
          <p:grpSpPr>
            <a:xfrm>
              <a:off x="9629471" y="-57386"/>
              <a:ext cx="2620422" cy="6972537"/>
              <a:chOff x="9629471" y="-57386"/>
              <a:chExt cx="2620422" cy="6972537"/>
            </a:xfrm>
          </p:grpSpPr>
          <p:sp>
            <p:nvSpPr>
              <p:cNvPr id="45" name="任意多边形 44"/>
              <p:cNvSpPr/>
              <p:nvPr/>
            </p:nvSpPr>
            <p:spPr>
              <a:xfrm>
                <a:off x="10177462" y="5889069"/>
                <a:ext cx="2014538" cy="1007269"/>
              </a:xfrm>
              <a:custGeom>
                <a:avLst/>
                <a:gdLst>
                  <a:gd name="connsiteX0" fmla="*/ 1007269 w 2014538"/>
                  <a:gd name="connsiteY0" fmla="*/ 0 h 1007269"/>
                  <a:gd name="connsiteX1" fmla="*/ 2014538 w 2014538"/>
                  <a:gd name="connsiteY1" fmla="*/ 1007269 h 1007269"/>
                  <a:gd name="connsiteX2" fmla="*/ 0 w 2014538"/>
                  <a:gd name="connsiteY2" fmla="*/ 1007269 h 1007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14538" h="1007269">
                    <a:moveTo>
                      <a:pt x="1007269" y="0"/>
                    </a:moveTo>
                    <a:lnTo>
                      <a:pt x="2014538" y="1007269"/>
                    </a:lnTo>
                    <a:lnTo>
                      <a:pt x="0" y="1007269"/>
                    </a:lnTo>
                    <a:close/>
                  </a:path>
                </a:pathLst>
              </a:custGeom>
              <a:solidFill>
                <a:srgbClr val="5B6A7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3" name="任意多边形 82"/>
              <p:cNvSpPr/>
              <p:nvPr/>
            </p:nvSpPr>
            <p:spPr>
              <a:xfrm>
                <a:off x="9901083" y="2840615"/>
                <a:ext cx="2329761" cy="4074536"/>
              </a:xfrm>
              <a:custGeom>
                <a:avLst/>
                <a:gdLst>
                  <a:gd name="connsiteX0" fmla="*/ 2329761 w 2329761"/>
                  <a:gd name="connsiteY0" fmla="*/ 0 h 4074536"/>
                  <a:gd name="connsiteX1" fmla="*/ 2329761 w 2329761"/>
                  <a:gd name="connsiteY1" fmla="*/ 4074536 h 4074536"/>
                  <a:gd name="connsiteX2" fmla="*/ 1744775 w 2329761"/>
                  <a:gd name="connsiteY2" fmla="*/ 4074536 h 4074536"/>
                  <a:gd name="connsiteX3" fmla="*/ 0 w 2329761"/>
                  <a:gd name="connsiteY3" fmla="*/ 2329761 h 4074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29761" h="4074536">
                    <a:moveTo>
                      <a:pt x="2329761" y="0"/>
                    </a:moveTo>
                    <a:lnTo>
                      <a:pt x="2329761" y="4074536"/>
                    </a:lnTo>
                    <a:lnTo>
                      <a:pt x="1744775" y="4074536"/>
                    </a:lnTo>
                    <a:lnTo>
                      <a:pt x="0" y="2329761"/>
                    </a:lnTo>
                    <a:close/>
                  </a:path>
                </a:pathLst>
              </a:custGeom>
              <a:noFill/>
              <a:ln w="57150">
                <a:gradFill flip="none" rotWithShape="1">
                  <a:gsLst>
                    <a:gs pos="0">
                      <a:srgbClr val="D7B26C"/>
                    </a:gs>
                    <a:gs pos="31000">
                      <a:srgbClr val="D7B26C">
                        <a:alpha val="27000"/>
                      </a:srgbClr>
                    </a:gs>
                    <a:gs pos="65000">
                      <a:srgbClr val="D7B26C"/>
                    </a:gs>
                    <a:gs pos="100000">
                      <a:srgbClr val="D7B26C">
                        <a:alpha val="0"/>
                      </a:srgbClr>
                    </a:gs>
                  </a:gsLst>
                  <a:lin ang="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1" name="任意多边形 80"/>
              <p:cNvSpPr/>
              <p:nvPr/>
            </p:nvSpPr>
            <p:spPr>
              <a:xfrm>
                <a:off x="10162403" y="3101936"/>
                <a:ext cx="2068440" cy="3811626"/>
              </a:xfrm>
              <a:custGeom>
                <a:avLst/>
                <a:gdLst>
                  <a:gd name="connsiteX0" fmla="*/ 2068440 w 2068440"/>
                  <a:gd name="connsiteY0" fmla="*/ 0 h 3811626"/>
                  <a:gd name="connsiteX1" fmla="*/ 2068440 w 2068440"/>
                  <a:gd name="connsiteY1" fmla="*/ 3811626 h 3811626"/>
                  <a:gd name="connsiteX2" fmla="*/ 1743186 w 2068440"/>
                  <a:gd name="connsiteY2" fmla="*/ 3811626 h 3811626"/>
                  <a:gd name="connsiteX3" fmla="*/ 0 w 2068440"/>
                  <a:gd name="connsiteY3" fmla="*/ 2068440 h 38116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68440" h="3811626">
                    <a:moveTo>
                      <a:pt x="2068440" y="0"/>
                    </a:moveTo>
                    <a:lnTo>
                      <a:pt x="2068440" y="3811626"/>
                    </a:lnTo>
                    <a:lnTo>
                      <a:pt x="1743186" y="3811626"/>
                    </a:lnTo>
                    <a:lnTo>
                      <a:pt x="0" y="2068440"/>
                    </a:lnTo>
                    <a:close/>
                  </a:path>
                </a:pathLst>
              </a:custGeom>
              <a:noFill/>
              <a:ln w="57150">
                <a:gradFill flip="none" rotWithShape="1">
                  <a:gsLst>
                    <a:gs pos="0">
                      <a:srgbClr val="D7B26C"/>
                    </a:gs>
                    <a:gs pos="31000">
                      <a:srgbClr val="D7B26C">
                        <a:alpha val="27000"/>
                      </a:srgbClr>
                    </a:gs>
                    <a:gs pos="65000">
                      <a:srgbClr val="D7B26C"/>
                    </a:gs>
                    <a:gs pos="100000">
                      <a:srgbClr val="D7B26C">
                        <a:alpha val="0"/>
                      </a:srgbClr>
                    </a:gs>
                  </a:gsLst>
                  <a:lin ang="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" name="任意多边形 78"/>
              <p:cNvSpPr/>
              <p:nvPr/>
            </p:nvSpPr>
            <p:spPr>
              <a:xfrm>
                <a:off x="9901084" y="-57386"/>
                <a:ext cx="2348809" cy="4093820"/>
              </a:xfrm>
              <a:custGeom>
                <a:avLst/>
                <a:gdLst>
                  <a:gd name="connsiteX0" fmla="*/ 1745011 w 2348809"/>
                  <a:gd name="connsiteY0" fmla="*/ 0 h 4093820"/>
                  <a:gd name="connsiteX1" fmla="*/ 2348809 w 2348809"/>
                  <a:gd name="connsiteY1" fmla="*/ 0 h 4093820"/>
                  <a:gd name="connsiteX2" fmla="*/ 2348809 w 2348809"/>
                  <a:gd name="connsiteY2" fmla="*/ 4093820 h 4093820"/>
                  <a:gd name="connsiteX3" fmla="*/ 0 w 2348809"/>
                  <a:gd name="connsiteY3" fmla="*/ 1745011 h 40938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48809" h="4093820">
                    <a:moveTo>
                      <a:pt x="1745011" y="0"/>
                    </a:moveTo>
                    <a:lnTo>
                      <a:pt x="2348809" y="0"/>
                    </a:lnTo>
                    <a:lnTo>
                      <a:pt x="2348809" y="4093820"/>
                    </a:lnTo>
                    <a:lnTo>
                      <a:pt x="0" y="1745011"/>
                    </a:lnTo>
                    <a:close/>
                  </a:path>
                </a:pathLst>
              </a:custGeom>
              <a:noFill/>
              <a:ln w="57150">
                <a:gradFill flip="none" rotWithShape="1">
                  <a:gsLst>
                    <a:gs pos="0">
                      <a:srgbClr val="D7B26C"/>
                    </a:gs>
                    <a:gs pos="31000">
                      <a:srgbClr val="D7B26C">
                        <a:alpha val="27000"/>
                      </a:srgbClr>
                    </a:gs>
                    <a:gs pos="65000">
                      <a:srgbClr val="D7B26C"/>
                    </a:gs>
                    <a:gs pos="100000">
                      <a:srgbClr val="D7B26C">
                        <a:alpha val="0"/>
                      </a:srgbClr>
                    </a:gs>
                  </a:gsLst>
                  <a:lin ang="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7" name="任意多边形 76"/>
              <p:cNvSpPr/>
              <p:nvPr/>
            </p:nvSpPr>
            <p:spPr>
              <a:xfrm>
                <a:off x="10162404" y="-57149"/>
                <a:ext cx="2057866" cy="3802641"/>
              </a:xfrm>
              <a:custGeom>
                <a:avLst/>
                <a:gdLst>
                  <a:gd name="connsiteX0" fmla="*/ 1744775 w 2057866"/>
                  <a:gd name="connsiteY0" fmla="*/ 0 h 3802641"/>
                  <a:gd name="connsiteX1" fmla="*/ 2057866 w 2057866"/>
                  <a:gd name="connsiteY1" fmla="*/ 0 h 3802641"/>
                  <a:gd name="connsiteX2" fmla="*/ 2057866 w 2057866"/>
                  <a:gd name="connsiteY2" fmla="*/ 3802641 h 3802641"/>
                  <a:gd name="connsiteX3" fmla="*/ 0 w 2057866"/>
                  <a:gd name="connsiteY3" fmla="*/ 1744775 h 3802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57866" h="3802641">
                    <a:moveTo>
                      <a:pt x="1744775" y="0"/>
                    </a:moveTo>
                    <a:lnTo>
                      <a:pt x="2057866" y="0"/>
                    </a:lnTo>
                    <a:lnTo>
                      <a:pt x="2057866" y="3802641"/>
                    </a:lnTo>
                    <a:lnTo>
                      <a:pt x="0" y="1744775"/>
                    </a:lnTo>
                    <a:close/>
                  </a:path>
                </a:pathLst>
              </a:custGeom>
              <a:noFill/>
              <a:ln w="57150">
                <a:gradFill flip="none" rotWithShape="1">
                  <a:gsLst>
                    <a:gs pos="0">
                      <a:srgbClr val="D7B26C"/>
                    </a:gs>
                    <a:gs pos="31000">
                      <a:srgbClr val="D7B26C">
                        <a:alpha val="27000"/>
                      </a:srgbClr>
                    </a:gs>
                    <a:gs pos="65000">
                      <a:srgbClr val="D7B26C"/>
                    </a:gs>
                    <a:gs pos="100000">
                      <a:srgbClr val="D7B26C">
                        <a:alpha val="0"/>
                      </a:srgbClr>
                    </a:gs>
                  </a:gsLst>
                  <a:lin ang="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9" name="任意多边形 68"/>
              <p:cNvSpPr/>
              <p:nvPr/>
            </p:nvSpPr>
            <p:spPr>
              <a:xfrm>
                <a:off x="9629471" y="857250"/>
                <a:ext cx="2601373" cy="5143500"/>
              </a:xfrm>
              <a:custGeom>
                <a:avLst/>
                <a:gdLst>
                  <a:gd name="connsiteX0" fmla="*/ 2571750 w 2601373"/>
                  <a:gd name="connsiteY0" fmla="*/ 0 h 5143500"/>
                  <a:gd name="connsiteX1" fmla="*/ 2601373 w 2601373"/>
                  <a:gd name="connsiteY1" fmla="*/ 29623 h 5143500"/>
                  <a:gd name="connsiteX2" fmla="*/ 2601373 w 2601373"/>
                  <a:gd name="connsiteY2" fmla="*/ 5113877 h 5143500"/>
                  <a:gd name="connsiteX3" fmla="*/ 2571750 w 2601373"/>
                  <a:gd name="connsiteY3" fmla="*/ 5143500 h 5143500"/>
                  <a:gd name="connsiteX4" fmla="*/ 0 w 2601373"/>
                  <a:gd name="connsiteY4" fmla="*/ 2571750 h 5143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01373" h="5143500">
                    <a:moveTo>
                      <a:pt x="2571750" y="0"/>
                    </a:moveTo>
                    <a:lnTo>
                      <a:pt x="2601373" y="29623"/>
                    </a:lnTo>
                    <a:lnTo>
                      <a:pt x="2601373" y="5113877"/>
                    </a:lnTo>
                    <a:lnTo>
                      <a:pt x="2571750" y="5143500"/>
                    </a:lnTo>
                    <a:lnTo>
                      <a:pt x="0" y="2571750"/>
                    </a:lnTo>
                    <a:close/>
                  </a:path>
                </a:pathLst>
              </a:custGeom>
              <a:noFill/>
              <a:ln w="57150">
                <a:gradFill flip="none" rotWithShape="1">
                  <a:gsLst>
                    <a:gs pos="0">
                      <a:srgbClr val="D7B26C"/>
                    </a:gs>
                    <a:gs pos="57000">
                      <a:srgbClr val="D7B26C">
                        <a:alpha val="28000"/>
                      </a:srgbClr>
                    </a:gs>
                    <a:gs pos="100000">
                      <a:srgbClr val="D7B26C">
                        <a:alpha val="0"/>
                      </a:srgbClr>
                    </a:gs>
                  </a:gsLst>
                  <a:lin ang="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任意多边形 62"/>
              <p:cNvSpPr/>
              <p:nvPr/>
            </p:nvSpPr>
            <p:spPr>
              <a:xfrm>
                <a:off x="10734370" y="1962150"/>
                <a:ext cx="1466850" cy="2933700"/>
              </a:xfrm>
              <a:custGeom>
                <a:avLst/>
                <a:gdLst>
                  <a:gd name="connsiteX0" fmla="*/ 1466850 w 1466850"/>
                  <a:gd name="connsiteY0" fmla="*/ 0 h 2933700"/>
                  <a:gd name="connsiteX1" fmla="*/ 1466850 w 1466850"/>
                  <a:gd name="connsiteY1" fmla="*/ 2933700 h 2933700"/>
                  <a:gd name="connsiteX2" fmla="*/ 0 w 1466850"/>
                  <a:gd name="connsiteY2" fmla="*/ 1466850 h 2933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66850" h="2933700">
                    <a:moveTo>
                      <a:pt x="1466850" y="0"/>
                    </a:moveTo>
                    <a:lnTo>
                      <a:pt x="1466850" y="2933700"/>
                    </a:lnTo>
                    <a:lnTo>
                      <a:pt x="0" y="1466850"/>
                    </a:lnTo>
                    <a:close/>
                  </a:path>
                </a:pathLst>
              </a:custGeom>
              <a:solidFill>
                <a:srgbClr val="5B6A7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5" name="任意多边形 74"/>
              <p:cNvSpPr/>
              <p:nvPr/>
            </p:nvSpPr>
            <p:spPr>
              <a:xfrm>
                <a:off x="11237917" y="2465696"/>
                <a:ext cx="973877" cy="1926608"/>
              </a:xfrm>
              <a:custGeom>
                <a:avLst/>
                <a:gdLst>
                  <a:gd name="connsiteX0" fmla="*/ 963304 w 973877"/>
                  <a:gd name="connsiteY0" fmla="*/ 0 h 1926608"/>
                  <a:gd name="connsiteX1" fmla="*/ 973877 w 973877"/>
                  <a:gd name="connsiteY1" fmla="*/ 10573 h 1926608"/>
                  <a:gd name="connsiteX2" fmla="*/ 973877 w 973877"/>
                  <a:gd name="connsiteY2" fmla="*/ 1916035 h 1926608"/>
                  <a:gd name="connsiteX3" fmla="*/ 963304 w 973877"/>
                  <a:gd name="connsiteY3" fmla="*/ 1926608 h 1926608"/>
                  <a:gd name="connsiteX4" fmla="*/ 0 w 973877"/>
                  <a:gd name="connsiteY4" fmla="*/ 963304 h 1926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73877" h="1926608">
                    <a:moveTo>
                      <a:pt x="963304" y="0"/>
                    </a:moveTo>
                    <a:lnTo>
                      <a:pt x="973877" y="10573"/>
                    </a:lnTo>
                    <a:lnTo>
                      <a:pt x="973877" y="1916035"/>
                    </a:lnTo>
                    <a:lnTo>
                      <a:pt x="963304" y="1926608"/>
                    </a:lnTo>
                    <a:lnTo>
                      <a:pt x="0" y="963304"/>
                    </a:lnTo>
                    <a:close/>
                  </a:path>
                </a:pathLst>
              </a:custGeom>
              <a:noFill/>
              <a:ln w="57150">
                <a:gradFill flip="none" rotWithShape="1">
                  <a:gsLst>
                    <a:gs pos="0">
                      <a:srgbClr val="D7B26C"/>
                    </a:gs>
                    <a:gs pos="57000">
                      <a:srgbClr val="D7B26C">
                        <a:alpha val="28000"/>
                      </a:srgbClr>
                    </a:gs>
                    <a:gs pos="100000">
                      <a:srgbClr val="D7B26C">
                        <a:alpha val="0"/>
                      </a:srgbClr>
                    </a:gs>
                  </a:gsLst>
                  <a:lin ang="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cxnSp>
        <p:nvCxnSpPr>
          <p:cNvPr id="88" name="直接连接符 87"/>
          <p:cNvCxnSpPr>
            <a:stCxn id="11" idx="2"/>
            <a:endCxn id="20" idx="2"/>
          </p:cNvCxnSpPr>
          <p:nvPr/>
        </p:nvCxnSpPr>
        <p:spPr>
          <a:xfrm flipH="1">
            <a:off x="409568" y="1452513"/>
            <a:ext cx="1" cy="3961076"/>
          </a:xfrm>
          <a:prstGeom prst="line">
            <a:avLst/>
          </a:prstGeom>
          <a:ln w="38100">
            <a:gradFill flip="none" rotWithShape="1">
              <a:gsLst>
                <a:gs pos="0">
                  <a:srgbClr val="D7B26C"/>
                </a:gs>
                <a:gs pos="47000">
                  <a:srgbClr val="D7B26C">
                    <a:alpha val="64000"/>
                  </a:srgbClr>
                </a:gs>
                <a:gs pos="79000">
                  <a:srgbClr val="D7B26C">
                    <a:alpha val="36000"/>
                  </a:srgbClr>
                </a:gs>
                <a:gs pos="25000">
                  <a:srgbClr val="D7B26C">
                    <a:alpha val="40000"/>
                  </a:srgbClr>
                </a:gs>
                <a:gs pos="100000">
                  <a:srgbClr val="D7B26C"/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4074160" y="5007749"/>
            <a:ext cx="36652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2024.6.2</a:t>
            </a:r>
            <a:endParaRPr lang="en-US" altLang="zh-CN" sz="2800" b="1" dirty="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819561" y="2712995"/>
            <a:ext cx="6174418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40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语义分割算法</a:t>
            </a:r>
            <a:r>
              <a:rPr lang="en-US" altLang="zh-CN" dirty="0"/>
              <a:t>YOLOv8</a:t>
            </a:r>
            <a:endParaRPr lang="en-US" altLang="zh-CN" dirty="0"/>
          </a:p>
          <a:p>
            <a:r>
              <a:rPr lang="zh-CN" altLang="en-US" dirty="0"/>
              <a:t>的代码实现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530201" y="102319"/>
            <a:ext cx="3131598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dirty="0"/>
              <a:t>使用的数据集：</a:t>
            </a:r>
            <a:r>
              <a:rPr lang="en-US" altLang="zh-CN" dirty="0"/>
              <a:t>CIHP</a:t>
            </a:r>
            <a:endParaRPr lang="en-US" altLang="zh-CN" dirty="0"/>
          </a:p>
        </p:txBody>
      </p:sp>
      <p:sp>
        <p:nvSpPr>
          <p:cNvPr id="3" name="文本框 2"/>
          <p:cNvSpPr txBox="1"/>
          <p:nvPr/>
        </p:nvSpPr>
        <p:spPr>
          <a:xfrm>
            <a:off x="247650" y="3684270"/>
            <a:ext cx="5299075" cy="3138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b="1">
                <a:sym typeface="+mn-ea"/>
              </a:rPr>
              <a:t>CIHP</a:t>
            </a:r>
            <a:r>
              <a:rPr lang="zh-CN" altLang="en-US" b="1">
                <a:sym typeface="+mn-ea"/>
              </a:rPr>
              <a:t>数据集类别：</a:t>
            </a:r>
            <a:endParaRPr lang="zh-CN" altLang="en-US" b="1">
              <a:sym typeface="+mn-ea"/>
            </a:endParaRPr>
          </a:p>
          <a:p>
            <a:endParaRPr lang="zh-CN" altLang="en-US" b="1">
              <a:sym typeface="+mn-ea"/>
            </a:endParaRPr>
          </a:p>
          <a:p>
            <a:r>
              <a:rPr lang="zh-CN" altLang="en-US" b="1">
                <a:sym typeface="+mn-ea"/>
              </a:rPr>
              <a:t>1.帽子 2.头发 3.手套 4.太阳镜 5.上衣 6.连衣裙 </a:t>
            </a:r>
            <a:endParaRPr lang="zh-CN" altLang="en-US" b="1">
              <a:sym typeface="+mn-ea"/>
            </a:endParaRPr>
          </a:p>
          <a:p>
            <a:r>
              <a:rPr lang="zh-CN" altLang="en-US" b="1">
                <a:sym typeface="+mn-ea"/>
              </a:rPr>
              <a:t>7.外套 8.袜子9.裤子 10.躯干皮肤 11.围巾 12.裙子 </a:t>
            </a:r>
            <a:endParaRPr lang="zh-CN" altLang="en-US" b="1">
              <a:sym typeface="+mn-ea"/>
            </a:endParaRPr>
          </a:p>
          <a:p>
            <a:r>
              <a:rPr lang="zh-CN" altLang="en-US" b="1">
                <a:sym typeface="+mn-ea"/>
              </a:rPr>
              <a:t>13.脸 14.左臂 15.右臂 16.左腿 17.右腿 18.左鞋</a:t>
            </a:r>
            <a:endParaRPr lang="zh-CN" altLang="en-US" b="1">
              <a:sym typeface="+mn-ea"/>
            </a:endParaRPr>
          </a:p>
          <a:p>
            <a:r>
              <a:rPr lang="zh-CN" altLang="en-US" b="1">
                <a:sym typeface="+mn-ea"/>
              </a:rPr>
              <a:t> 19.右鞋</a:t>
            </a:r>
            <a:endParaRPr lang="zh-CN" altLang="en-US" b="1">
              <a:sym typeface="+mn-ea"/>
            </a:endParaRPr>
          </a:p>
          <a:p>
            <a:endParaRPr lang="zh-CN" altLang="en-US" b="1">
              <a:sym typeface="+mn-ea"/>
            </a:endParaRPr>
          </a:p>
          <a:p>
            <a:r>
              <a:rPr lang="zh-CN" altLang="en-US" b="1">
                <a:sym typeface="+mn-ea"/>
              </a:rPr>
              <a:t>1.Hat 2.Hair 3.Glove 4.Sunglasses 5.UpperClothes </a:t>
            </a:r>
            <a:endParaRPr lang="zh-CN" altLang="en-US" b="1">
              <a:sym typeface="+mn-ea"/>
            </a:endParaRPr>
          </a:p>
          <a:p>
            <a:r>
              <a:rPr lang="zh-CN" altLang="en-US" b="1">
                <a:sym typeface="+mn-ea"/>
              </a:rPr>
              <a:t>6.Dress 7.Coat 8.Socks 9.Pants 10.Torso-skin 11.Scarf </a:t>
            </a:r>
            <a:endParaRPr lang="zh-CN" altLang="en-US" b="1">
              <a:sym typeface="+mn-ea"/>
            </a:endParaRPr>
          </a:p>
          <a:p>
            <a:r>
              <a:rPr lang="zh-CN" altLang="en-US" b="1">
                <a:sym typeface="+mn-ea"/>
              </a:rPr>
              <a:t>12.Skirt 13.Face 14.Left-arm 15.Right-arm 16.Left-leg </a:t>
            </a:r>
            <a:endParaRPr lang="zh-CN" altLang="en-US" b="1">
              <a:sym typeface="+mn-ea"/>
            </a:endParaRPr>
          </a:p>
          <a:p>
            <a:r>
              <a:rPr lang="zh-CN" altLang="en-US" b="1">
                <a:sym typeface="+mn-ea"/>
              </a:rPr>
              <a:t>17.Right-leg 18.Left-shoe 19.Right-shoe</a:t>
            </a:r>
            <a:endParaRPr lang="zh-CN" altLang="en-US" b="1"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038975" y="3684270"/>
            <a:ext cx="354838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000" b="1" dirty="0"/>
              <a:t>CHIP</a:t>
            </a:r>
            <a:r>
              <a:rPr lang="zh-CN" altLang="en-US" sz="2000" b="1" dirty="0"/>
              <a:t>等数据集的介绍参考链接</a:t>
            </a:r>
            <a:endParaRPr lang="zh-CN" altLang="en-US" sz="2000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5547360" y="4229735"/>
            <a:ext cx="6710680" cy="1630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000" dirty="0">
                <a:hlinkClick r:id="rId1"/>
              </a:rPr>
              <a:t>https://blog.csdn.net/wxf19940618/article/details/83661891</a:t>
            </a:r>
            <a:endParaRPr lang="en-US" altLang="zh-CN" sz="2000" dirty="0"/>
          </a:p>
          <a:p>
            <a:r>
              <a:rPr lang="en-US" altLang="zh-CN" sz="2000" dirty="0">
                <a:hlinkClick r:id="rId2"/>
              </a:rPr>
              <a:t>https://blog.csdn.net/qq_41994006/article/details/126191667</a:t>
            </a:r>
            <a:endParaRPr lang="en-US" altLang="zh-CN" sz="2000" dirty="0"/>
          </a:p>
          <a:p>
            <a:r>
              <a:rPr lang="en-US" altLang="zh-CN" sz="2000" dirty="0">
                <a:hlinkClick r:id="rId3"/>
              </a:rPr>
              <a:t>https://blog.csdn.net/weixin_41809530/article/details/120237242</a:t>
            </a:r>
            <a:endParaRPr lang="en-US" altLang="zh-CN" sz="2000" dirty="0"/>
          </a:p>
          <a:p>
            <a:r>
              <a:rPr lang="en-US" altLang="zh-CN" sz="2000" dirty="0">
                <a:hlinkClick r:id="rId4"/>
              </a:rPr>
              <a:t>https://blog.csdn.net/hyk_1996/article/details/91974621</a:t>
            </a:r>
            <a:endParaRPr lang="en-US" altLang="zh-CN" sz="2000" dirty="0"/>
          </a:p>
        </p:txBody>
      </p:sp>
      <p:sp>
        <p:nvSpPr>
          <p:cNvPr id="11" name="文本框 10"/>
          <p:cNvSpPr txBox="1"/>
          <p:nvPr/>
        </p:nvSpPr>
        <p:spPr>
          <a:xfrm>
            <a:off x="7199630" y="5892800"/>
            <a:ext cx="322707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000" b="1"/>
              <a:t>CHIP</a:t>
            </a:r>
            <a:r>
              <a:rPr lang="zh-CN" altLang="en-US" sz="2000" b="1"/>
              <a:t>等数据集的下载链接</a:t>
            </a:r>
            <a:endParaRPr lang="zh-CN" altLang="en-US" sz="2000" b="1"/>
          </a:p>
        </p:txBody>
      </p:sp>
      <p:sp>
        <p:nvSpPr>
          <p:cNvPr id="12" name="文本框 11"/>
          <p:cNvSpPr txBox="1"/>
          <p:nvPr/>
        </p:nvSpPr>
        <p:spPr>
          <a:xfrm>
            <a:off x="6634480" y="6324600"/>
            <a:ext cx="453707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buClrTx/>
              <a:buSzTx/>
              <a:buFontTx/>
            </a:pPr>
            <a:r>
              <a:rPr lang="en-US" altLang="zh-CN" sz="2000" dirty="0">
                <a:sym typeface="+mn-ea"/>
                <a:hlinkClick r:id="rId5"/>
              </a:rPr>
              <a:t>https://sysu-hcp.net/lip/overview.php</a:t>
            </a:r>
            <a:endParaRPr lang="en-US" altLang="zh-CN" sz="2000" dirty="0">
              <a:sym typeface="+mn-ea"/>
            </a:endParaRPr>
          </a:p>
        </p:txBody>
      </p:sp>
      <p:pic>
        <p:nvPicPr>
          <p:cNvPr id="100" name="图片 99"/>
          <p:cNvPicPr/>
          <p:nvPr/>
        </p:nvPicPr>
        <p:blipFill>
          <a:blip r:embed="rId6"/>
          <a:stretch>
            <a:fillRect/>
          </a:stretch>
        </p:blipFill>
        <p:spPr>
          <a:xfrm>
            <a:off x="106045" y="562610"/>
            <a:ext cx="4864735" cy="303339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1" name="图片 100"/>
          <p:cNvPicPr/>
          <p:nvPr/>
        </p:nvPicPr>
        <p:blipFill>
          <a:blip r:embed="rId7"/>
          <a:stretch>
            <a:fillRect/>
          </a:stretch>
        </p:blipFill>
        <p:spPr>
          <a:xfrm>
            <a:off x="5112068" y="893128"/>
            <a:ext cx="7038975" cy="23717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1615" y="636270"/>
            <a:ext cx="9324340" cy="279273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4530201" y="102319"/>
            <a:ext cx="3131598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dirty="0"/>
              <a:t>一、数据集处理</a:t>
            </a:r>
            <a:endParaRPr lang="en-US" altLang="zh-CN" dirty="0"/>
          </a:p>
        </p:txBody>
      </p:sp>
      <p:pic>
        <p:nvPicPr>
          <p:cNvPr id="2" name="图片 1" descr="00000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9705" y="4175760"/>
            <a:ext cx="3158490" cy="2369185"/>
          </a:xfrm>
          <a:prstGeom prst="rect">
            <a:avLst/>
          </a:prstGeom>
        </p:spPr>
      </p:pic>
      <p:pic>
        <p:nvPicPr>
          <p:cNvPr id="5" name="图片 4" descr="00000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610" y="4236085"/>
            <a:ext cx="3270885" cy="2453640"/>
          </a:xfrm>
          <a:prstGeom prst="rect">
            <a:avLst/>
          </a:prstGeom>
        </p:spPr>
      </p:pic>
      <p:pic>
        <p:nvPicPr>
          <p:cNvPr id="6" name="图片 5" descr="000000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4130" y="4236085"/>
            <a:ext cx="3282315" cy="246253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06095" y="3807460"/>
            <a:ext cx="26162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b="1">
                <a:sym typeface="+mn-ea"/>
              </a:rPr>
              <a:t>Mask</a:t>
            </a:r>
            <a:r>
              <a:rPr lang="zh-CN" altLang="en-US" b="1">
                <a:sym typeface="+mn-ea"/>
              </a:rPr>
              <a:t>图片：调色板模式</a:t>
            </a:r>
            <a:endParaRPr lang="zh-CN" altLang="en-US" b="1"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301490" y="3867785"/>
            <a:ext cx="234759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b="1">
                <a:sym typeface="+mn-ea"/>
              </a:rPr>
              <a:t>Mask</a:t>
            </a:r>
            <a:r>
              <a:rPr lang="zh-CN" altLang="en-US" b="1">
                <a:sym typeface="+mn-ea"/>
              </a:rPr>
              <a:t>图片：灰度模式</a:t>
            </a:r>
            <a:endParaRPr lang="zh-CN" altLang="en-US" b="1"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406130" y="3807460"/>
            <a:ext cx="196088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b="1">
                <a:sym typeface="+mn-ea"/>
              </a:rPr>
              <a:t>原图像</a:t>
            </a:r>
            <a:endParaRPr lang="zh-CN" altLang="en-US" b="1"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2205355"/>
            <a:ext cx="6873240" cy="4549775"/>
          </a:xfrm>
          <a:prstGeom prst="rect">
            <a:avLst/>
          </a:prstGeom>
        </p:spPr>
      </p:pic>
      <p:pic>
        <p:nvPicPr>
          <p:cNvPr id="5" name="图片 4" descr="00000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00" y="1459865"/>
            <a:ext cx="2830195" cy="2123440"/>
          </a:xfrm>
          <a:prstGeom prst="rect">
            <a:avLst/>
          </a:prstGeom>
        </p:spPr>
      </p:pic>
      <p:pic>
        <p:nvPicPr>
          <p:cNvPr id="6" name="图片 5" descr="00000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305" y="4460875"/>
            <a:ext cx="2840990" cy="213169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99415" y="698500"/>
            <a:ext cx="26162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b="1">
                <a:sym typeface="+mn-ea"/>
              </a:rPr>
              <a:t>Mask</a:t>
            </a:r>
            <a:r>
              <a:rPr lang="zh-CN" altLang="en-US" b="1">
                <a:sym typeface="+mn-ea"/>
              </a:rPr>
              <a:t>图片：调色板模式</a:t>
            </a:r>
            <a:endParaRPr lang="zh-CN" altLang="en-US" b="1">
              <a:sym typeface="+mn-ea"/>
            </a:endParaRPr>
          </a:p>
          <a:p>
            <a:pPr algn="ctr"/>
            <a:r>
              <a:rPr lang="zh-CN" altLang="en-US" b="1">
                <a:sym typeface="+mn-ea"/>
              </a:rPr>
              <a:t>不同类别对应不同颜色</a:t>
            </a:r>
            <a:endParaRPr lang="zh-CN" altLang="en-US" b="1"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06095" y="3699510"/>
            <a:ext cx="234759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b="1">
                <a:sym typeface="+mn-ea"/>
              </a:rPr>
              <a:t>Mask</a:t>
            </a:r>
            <a:r>
              <a:rPr lang="zh-CN" altLang="en-US" b="1">
                <a:sym typeface="+mn-ea"/>
              </a:rPr>
              <a:t>图片：灰度模式灰度值</a:t>
            </a:r>
            <a:r>
              <a:rPr lang="en-US" altLang="zh-CN" b="1">
                <a:sym typeface="+mn-ea"/>
              </a:rPr>
              <a:t>=</a:t>
            </a:r>
            <a:r>
              <a:rPr lang="zh-CN" altLang="en-US" b="1">
                <a:sym typeface="+mn-ea"/>
              </a:rPr>
              <a:t>类别序号</a:t>
            </a:r>
            <a:endParaRPr lang="en-US" altLang="zh-CN" b="1"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218045" y="1762125"/>
            <a:ext cx="267779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ctr">
              <a:buClrTx/>
              <a:buSzTx/>
              <a:buFontTx/>
            </a:pPr>
            <a:r>
              <a:rPr lang="en-US" altLang="zh-CN" b="1">
                <a:sym typeface="+mn-ea"/>
              </a:rPr>
              <a:t>json文件</a:t>
            </a:r>
            <a:endParaRPr lang="en-US" altLang="zh-CN" b="1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607435" y="808990"/>
            <a:ext cx="858456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000" b="1">
                <a:sym typeface="+mn-ea"/>
              </a:rPr>
              <a:t>数据集处理步骤：先将</a:t>
            </a:r>
            <a:r>
              <a:rPr lang="en-US" altLang="zh-CN" sz="2000" b="1">
                <a:sym typeface="+mn-ea"/>
              </a:rPr>
              <a:t>Mask</a:t>
            </a:r>
            <a:r>
              <a:rPr lang="zh-CN" altLang="en-US" sz="2000" b="1">
                <a:sym typeface="+mn-ea"/>
              </a:rPr>
              <a:t>图片转为对应的</a:t>
            </a:r>
            <a:r>
              <a:rPr lang="en-US" altLang="zh-CN" sz="2000" b="1">
                <a:sym typeface="+mn-ea"/>
              </a:rPr>
              <a:t>json</a:t>
            </a:r>
            <a:r>
              <a:rPr lang="zh-CN" altLang="en-US" sz="2000" b="1">
                <a:sym typeface="+mn-ea"/>
              </a:rPr>
              <a:t>文件，然后将</a:t>
            </a:r>
            <a:r>
              <a:rPr lang="en-US" altLang="zh-CN" sz="2000" b="1">
                <a:sym typeface="+mn-ea"/>
              </a:rPr>
              <a:t>json</a:t>
            </a:r>
            <a:r>
              <a:rPr lang="zh-CN" altLang="en-US" sz="2000" b="1">
                <a:sym typeface="+mn-ea"/>
              </a:rPr>
              <a:t>文件转为对应的</a:t>
            </a:r>
            <a:r>
              <a:rPr lang="en-US" altLang="zh-CN" sz="2000" b="1">
                <a:sym typeface="+mn-ea"/>
              </a:rPr>
              <a:t>txt</a:t>
            </a:r>
            <a:r>
              <a:rPr lang="zh-CN" altLang="en-US" sz="2000" b="1">
                <a:sym typeface="+mn-ea"/>
              </a:rPr>
              <a:t>文件，最后将数据集划分为训练集（</a:t>
            </a:r>
            <a:r>
              <a:rPr lang="en-US" altLang="zh-CN" sz="2000" b="1">
                <a:sym typeface="+mn-ea"/>
              </a:rPr>
              <a:t>28280</a:t>
            </a:r>
            <a:r>
              <a:rPr lang="zh-CN" altLang="en-US" sz="2000" b="1">
                <a:sym typeface="+mn-ea"/>
              </a:rPr>
              <a:t>）和验证集（</a:t>
            </a:r>
            <a:r>
              <a:rPr lang="en-US" altLang="zh-CN" sz="2000" b="1">
                <a:sym typeface="+mn-ea"/>
              </a:rPr>
              <a:t>5000</a:t>
            </a:r>
            <a:r>
              <a:rPr lang="zh-CN" altLang="en-US" sz="2000" b="1">
                <a:sym typeface="+mn-ea"/>
              </a:rPr>
              <a:t>）。</a:t>
            </a:r>
            <a:endParaRPr lang="zh-CN" altLang="en-US" sz="2000" b="1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530201" y="102319"/>
            <a:ext cx="3131598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dirty="0"/>
              <a:t>一、数据集处理</a:t>
            </a:r>
            <a:endParaRPr lang="en-US" altLang="zh-CN" dirty="0"/>
          </a:p>
        </p:txBody>
      </p:sp>
      <p:pic>
        <p:nvPicPr>
          <p:cNvPr id="10" name="图片 1"/>
          <p:cNvPicPr>
            <a:picLocks noChangeAspect="1"/>
          </p:cNvPicPr>
          <p:nvPr/>
        </p:nvPicPr>
        <p:blipFill>
          <a:blip r:embed="rId4"/>
          <a:srcRect l="22415" t="21485" r="62541" b="25448"/>
          <a:stretch>
            <a:fillRect/>
          </a:stretch>
        </p:blipFill>
        <p:spPr>
          <a:xfrm>
            <a:off x="3188335" y="2205355"/>
            <a:ext cx="2178050" cy="432181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文本框 10"/>
          <p:cNvSpPr txBox="1"/>
          <p:nvPr/>
        </p:nvSpPr>
        <p:spPr>
          <a:xfrm>
            <a:off x="3015615" y="1762125"/>
            <a:ext cx="267779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ctr">
              <a:buClrTx/>
              <a:buSzTx/>
              <a:buFontTx/>
            </a:pPr>
            <a:r>
              <a:rPr lang="zh-CN" altLang="en-US" b="1">
                <a:sym typeface="+mn-ea"/>
              </a:rPr>
              <a:t>调色板</a:t>
            </a:r>
            <a:endParaRPr lang="zh-CN" altLang="en-US" b="1"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530201" y="102319"/>
            <a:ext cx="3131598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dirty="0"/>
              <a:t>一、数据集处理</a:t>
            </a:r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300" y="636270"/>
            <a:ext cx="11595100" cy="62217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530201" y="102319"/>
            <a:ext cx="3131598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dirty="0"/>
              <a:t>一、数据集处理</a:t>
            </a:r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610" y="628650"/>
            <a:ext cx="11182985" cy="62915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530201" y="102319"/>
            <a:ext cx="3131598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dirty="0"/>
              <a:t>一、数据集处理</a:t>
            </a:r>
            <a:endParaRPr lang="en-US" altLang="zh-CN" dirty="0"/>
          </a:p>
        </p:txBody>
      </p:sp>
      <p:pic>
        <p:nvPicPr>
          <p:cNvPr id="8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170" y="672465"/>
            <a:ext cx="10995025" cy="61855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530201" y="102319"/>
            <a:ext cx="3131598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dirty="0"/>
              <a:t>一、数据集处理</a:t>
            </a:r>
            <a:endParaRPr lang="en-US" altLang="zh-CN" dirty="0"/>
          </a:p>
        </p:txBody>
      </p:sp>
      <p:pic>
        <p:nvPicPr>
          <p:cNvPr id="9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5620" y="788670"/>
            <a:ext cx="11311890" cy="60693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318784" y="-438150"/>
            <a:ext cx="2054282" cy="7742402"/>
            <a:chOff x="-318759" y="-438055"/>
            <a:chExt cx="2054231" cy="7742211"/>
          </a:xfrm>
        </p:grpSpPr>
        <p:grpSp>
          <p:nvGrpSpPr>
            <p:cNvPr id="3" name="组合 2"/>
            <p:cNvGrpSpPr/>
            <p:nvPr/>
          </p:nvGrpSpPr>
          <p:grpSpPr>
            <a:xfrm>
              <a:off x="-318758" y="-438055"/>
              <a:ext cx="2054230" cy="1341411"/>
              <a:chOff x="-318758" y="-438055"/>
              <a:chExt cx="2054230" cy="1341411"/>
            </a:xfrm>
          </p:grpSpPr>
          <p:sp>
            <p:nvSpPr>
              <p:cNvPr id="7" name="任意多边形 6"/>
              <p:cNvSpPr/>
              <p:nvPr/>
            </p:nvSpPr>
            <p:spPr>
              <a:xfrm rot="2700000">
                <a:off x="103782" y="-728333"/>
                <a:ext cx="1209149" cy="2054230"/>
              </a:xfrm>
              <a:custGeom>
                <a:avLst/>
                <a:gdLst>
                  <a:gd name="connsiteX0" fmla="*/ 579225 w 1209149"/>
                  <a:gd name="connsiteY0" fmla="*/ 629924 h 2054230"/>
                  <a:gd name="connsiteX1" fmla="*/ 1209149 w 1209149"/>
                  <a:gd name="connsiteY1" fmla="*/ 0 h 2054230"/>
                  <a:gd name="connsiteX2" fmla="*/ 1209149 w 1209149"/>
                  <a:gd name="connsiteY2" fmla="*/ 2054230 h 2054230"/>
                  <a:gd name="connsiteX3" fmla="*/ 629924 w 1209149"/>
                  <a:gd name="connsiteY3" fmla="*/ 2054230 h 2054230"/>
                  <a:gd name="connsiteX4" fmla="*/ 0 w 1209149"/>
                  <a:gd name="connsiteY4" fmla="*/ 1424306 h 2054230"/>
                  <a:gd name="connsiteX5" fmla="*/ 579225 w 1209149"/>
                  <a:gd name="connsiteY5" fmla="*/ 1424306 h 2054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09149" h="2054230">
                    <a:moveTo>
                      <a:pt x="579225" y="629924"/>
                    </a:moveTo>
                    <a:lnTo>
                      <a:pt x="1209149" y="0"/>
                    </a:lnTo>
                    <a:lnTo>
                      <a:pt x="1209149" y="2054230"/>
                    </a:lnTo>
                    <a:lnTo>
                      <a:pt x="629924" y="2054230"/>
                    </a:lnTo>
                    <a:lnTo>
                      <a:pt x="0" y="1424306"/>
                    </a:lnTo>
                    <a:lnTo>
                      <a:pt x="579225" y="1424306"/>
                    </a:lnTo>
                    <a:close/>
                  </a:path>
                </a:pathLst>
              </a:custGeom>
              <a:solidFill>
                <a:srgbClr val="5B6A7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任意多边形 7"/>
              <p:cNvSpPr/>
              <p:nvPr/>
            </p:nvSpPr>
            <p:spPr>
              <a:xfrm rot="2700000">
                <a:off x="28669" y="-657766"/>
                <a:ext cx="1072529" cy="1511952"/>
              </a:xfrm>
              <a:custGeom>
                <a:avLst/>
                <a:gdLst>
                  <a:gd name="connsiteX0" fmla="*/ 0 w 1072529"/>
                  <a:gd name="connsiteY0" fmla="*/ 1072529 h 1511952"/>
                  <a:gd name="connsiteX1" fmla="*/ 1072529 w 1072529"/>
                  <a:gd name="connsiteY1" fmla="*/ 0 h 1511952"/>
                  <a:gd name="connsiteX2" fmla="*/ 1072529 w 1072529"/>
                  <a:gd name="connsiteY2" fmla="*/ 1511952 h 1511952"/>
                  <a:gd name="connsiteX3" fmla="*/ 439424 w 1072529"/>
                  <a:gd name="connsiteY3" fmla="*/ 1511952 h 1511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72529" h="1511952">
                    <a:moveTo>
                      <a:pt x="0" y="1072529"/>
                    </a:moveTo>
                    <a:lnTo>
                      <a:pt x="1072529" y="0"/>
                    </a:lnTo>
                    <a:lnTo>
                      <a:pt x="1072529" y="1511952"/>
                    </a:lnTo>
                    <a:lnTo>
                      <a:pt x="439424" y="1511952"/>
                    </a:lnTo>
                    <a:close/>
                  </a:path>
                </a:pathLst>
              </a:custGeom>
              <a:noFill/>
              <a:ln w="57150">
                <a:gradFill flip="none" rotWithShape="1">
                  <a:gsLst>
                    <a:gs pos="0">
                      <a:srgbClr val="D7B26C"/>
                    </a:gs>
                    <a:gs pos="67000">
                      <a:srgbClr val="D7B26C">
                        <a:alpha val="40000"/>
                      </a:srgbClr>
                    </a:gs>
                    <a:gs pos="100000">
                      <a:srgbClr val="D7B26C">
                        <a:alpha val="65000"/>
                      </a:srgbClr>
                    </a:gs>
                  </a:gsLst>
                  <a:lin ang="162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" name="组合 3"/>
            <p:cNvGrpSpPr/>
            <p:nvPr/>
          </p:nvGrpSpPr>
          <p:grpSpPr>
            <a:xfrm flipV="1">
              <a:off x="-318759" y="5962745"/>
              <a:ext cx="2054230" cy="1341411"/>
              <a:chOff x="-318758" y="-438055"/>
              <a:chExt cx="2054230" cy="1341411"/>
            </a:xfrm>
          </p:grpSpPr>
          <p:sp>
            <p:nvSpPr>
              <p:cNvPr id="5" name="任意多边形 4"/>
              <p:cNvSpPr/>
              <p:nvPr/>
            </p:nvSpPr>
            <p:spPr>
              <a:xfrm rot="2700000">
                <a:off x="103782" y="-728333"/>
                <a:ext cx="1209149" cy="2054230"/>
              </a:xfrm>
              <a:custGeom>
                <a:avLst/>
                <a:gdLst>
                  <a:gd name="connsiteX0" fmla="*/ 579225 w 1209149"/>
                  <a:gd name="connsiteY0" fmla="*/ 629924 h 2054230"/>
                  <a:gd name="connsiteX1" fmla="*/ 1209149 w 1209149"/>
                  <a:gd name="connsiteY1" fmla="*/ 0 h 2054230"/>
                  <a:gd name="connsiteX2" fmla="*/ 1209149 w 1209149"/>
                  <a:gd name="connsiteY2" fmla="*/ 2054230 h 2054230"/>
                  <a:gd name="connsiteX3" fmla="*/ 629924 w 1209149"/>
                  <a:gd name="connsiteY3" fmla="*/ 2054230 h 2054230"/>
                  <a:gd name="connsiteX4" fmla="*/ 0 w 1209149"/>
                  <a:gd name="connsiteY4" fmla="*/ 1424306 h 2054230"/>
                  <a:gd name="connsiteX5" fmla="*/ 579225 w 1209149"/>
                  <a:gd name="connsiteY5" fmla="*/ 1424306 h 2054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09149" h="2054230">
                    <a:moveTo>
                      <a:pt x="579225" y="629924"/>
                    </a:moveTo>
                    <a:lnTo>
                      <a:pt x="1209149" y="0"/>
                    </a:lnTo>
                    <a:lnTo>
                      <a:pt x="1209149" y="2054230"/>
                    </a:lnTo>
                    <a:lnTo>
                      <a:pt x="629924" y="2054230"/>
                    </a:lnTo>
                    <a:lnTo>
                      <a:pt x="0" y="1424306"/>
                    </a:lnTo>
                    <a:lnTo>
                      <a:pt x="579225" y="1424306"/>
                    </a:lnTo>
                    <a:close/>
                  </a:path>
                </a:pathLst>
              </a:custGeom>
              <a:solidFill>
                <a:srgbClr val="5B6A7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" name="任意多边形 5"/>
              <p:cNvSpPr/>
              <p:nvPr/>
            </p:nvSpPr>
            <p:spPr>
              <a:xfrm rot="2700000">
                <a:off x="28669" y="-657766"/>
                <a:ext cx="1072529" cy="1511952"/>
              </a:xfrm>
              <a:custGeom>
                <a:avLst/>
                <a:gdLst>
                  <a:gd name="connsiteX0" fmla="*/ 0 w 1072529"/>
                  <a:gd name="connsiteY0" fmla="*/ 1072529 h 1511952"/>
                  <a:gd name="connsiteX1" fmla="*/ 1072529 w 1072529"/>
                  <a:gd name="connsiteY1" fmla="*/ 0 h 1511952"/>
                  <a:gd name="connsiteX2" fmla="*/ 1072529 w 1072529"/>
                  <a:gd name="connsiteY2" fmla="*/ 1511952 h 1511952"/>
                  <a:gd name="connsiteX3" fmla="*/ 439424 w 1072529"/>
                  <a:gd name="connsiteY3" fmla="*/ 1511952 h 1511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72529" h="1511952">
                    <a:moveTo>
                      <a:pt x="0" y="1072529"/>
                    </a:moveTo>
                    <a:lnTo>
                      <a:pt x="1072529" y="0"/>
                    </a:lnTo>
                    <a:lnTo>
                      <a:pt x="1072529" y="1511952"/>
                    </a:lnTo>
                    <a:lnTo>
                      <a:pt x="439424" y="1511952"/>
                    </a:lnTo>
                    <a:close/>
                  </a:path>
                </a:pathLst>
              </a:custGeom>
              <a:noFill/>
              <a:ln w="57150">
                <a:gradFill flip="none" rotWithShape="1">
                  <a:gsLst>
                    <a:gs pos="0">
                      <a:srgbClr val="D7B26C"/>
                    </a:gs>
                    <a:gs pos="67000">
                      <a:srgbClr val="D7B26C">
                        <a:alpha val="40000"/>
                      </a:srgbClr>
                    </a:gs>
                    <a:gs pos="100000">
                      <a:srgbClr val="D7B26C">
                        <a:alpha val="65000"/>
                      </a:srgbClr>
                    </a:gs>
                  </a:gsLst>
                  <a:lin ang="162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9" name="组合 8"/>
          <p:cNvGrpSpPr/>
          <p:nvPr/>
        </p:nvGrpSpPr>
        <p:grpSpPr>
          <a:xfrm>
            <a:off x="9629471" y="-57386"/>
            <a:ext cx="4744029" cy="6972537"/>
            <a:chOff x="9629471" y="-57386"/>
            <a:chExt cx="4744029" cy="6972537"/>
          </a:xfrm>
        </p:grpSpPr>
        <p:sp>
          <p:nvSpPr>
            <p:cNvPr id="10" name="任意多边形 9"/>
            <p:cNvSpPr/>
            <p:nvPr/>
          </p:nvSpPr>
          <p:spPr>
            <a:xfrm rot="2700000">
              <a:off x="10004350" y="1244426"/>
              <a:ext cx="4369150" cy="4369150"/>
            </a:xfrm>
            <a:custGeom>
              <a:avLst/>
              <a:gdLst>
                <a:gd name="connsiteX0" fmla="*/ 0 w 4369150"/>
                <a:gd name="connsiteY0" fmla="*/ 0 h 4369150"/>
                <a:gd name="connsiteX1" fmla="*/ 875900 w 4369150"/>
                <a:gd name="connsiteY1" fmla="*/ 875899 h 4369150"/>
                <a:gd name="connsiteX2" fmla="*/ 875899 w 4369150"/>
                <a:gd name="connsiteY2" fmla="*/ 3493251 h 4369150"/>
                <a:gd name="connsiteX3" fmla="*/ 3493251 w 4369150"/>
                <a:gd name="connsiteY3" fmla="*/ 3493251 h 4369150"/>
                <a:gd name="connsiteX4" fmla="*/ 4369150 w 4369150"/>
                <a:gd name="connsiteY4" fmla="*/ 4369150 h 4369150"/>
                <a:gd name="connsiteX5" fmla="*/ 0 w 4369150"/>
                <a:gd name="connsiteY5" fmla="*/ 4369150 h 436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69150" h="4369150">
                  <a:moveTo>
                    <a:pt x="0" y="0"/>
                  </a:moveTo>
                  <a:lnTo>
                    <a:pt x="875900" y="875899"/>
                  </a:lnTo>
                  <a:lnTo>
                    <a:pt x="875899" y="3493251"/>
                  </a:lnTo>
                  <a:lnTo>
                    <a:pt x="3493251" y="3493251"/>
                  </a:lnTo>
                  <a:lnTo>
                    <a:pt x="4369150" y="4369150"/>
                  </a:lnTo>
                  <a:lnTo>
                    <a:pt x="0" y="4369150"/>
                  </a:lnTo>
                  <a:close/>
                </a:path>
              </a:pathLst>
            </a:custGeom>
            <a:solidFill>
              <a:srgbClr val="5B6A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9629471" y="-57386"/>
              <a:ext cx="2620422" cy="6972537"/>
              <a:chOff x="9629471" y="-57386"/>
              <a:chExt cx="2620422" cy="6972537"/>
            </a:xfrm>
          </p:grpSpPr>
          <p:sp>
            <p:nvSpPr>
              <p:cNvPr id="12" name="任意多边形 11"/>
              <p:cNvSpPr/>
              <p:nvPr/>
            </p:nvSpPr>
            <p:spPr>
              <a:xfrm>
                <a:off x="10177462" y="5889069"/>
                <a:ext cx="2014538" cy="1007269"/>
              </a:xfrm>
              <a:custGeom>
                <a:avLst/>
                <a:gdLst>
                  <a:gd name="connsiteX0" fmla="*/ 1007269 w 2014538"/>
                  <a:gd name="connsiteY0" fmla="*/ 0 h 1007269"/>
                  <a:gd name="connsiteX1" fmla="*/ 2014538 w 2014538"/>
                  <a:gd name="connsiteY1" fmla="*/ 1007269 h 1007269"/>
                  <a:gd name="connsiteX2" fmla="*/ 0 w 2014538"/>
                  <a:gd name="connsiteY2" fmla="*/ 1007269 h 1007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14538" h="1007269">
                    <a:moveTo>
                      <a:pt x="1007269" y="0"/>
                    </a:moveTo>
                    <a:lnTo>
                      <a:pt x="2014538" y="1007269"/>
                    </a:lnTo>
                    <a:lnTo>
                      <a:pt x="0" y="1007269"/>
                    </a:lnTo>
                    <a:close/>
                  </a:path>
                </a:pathLst>
              </a:custGeom>
              <a:solidFill>
                <a:srgbClr val="5B6A7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任意多边形 12"/>
              <p:cNvSpPr/>
              <p:nvPr/>
            </p:nvSpPr>
            <p:spPr>
              <a:xfrm>
                <a:off x="9901083" y="2840615"/>
                <a:ext cx="2329761" cy="4074536"/>
              </a:xfrm>
              <a:custGeom>
                <a:avLst/>
                <a:gdLst>
                  <a:gd name="connsiteX0" fmla="*/ 2329761 w 2329761"/>
                  <a:gd name="connsiteY0" fmla="*/ 0 h 4074536"/>
                  <a:gd name="connsiteX1" fmla="*/ 2329761 w 2329761"/>
                  <a:gd name="connsiteY1" fmla="*/ 4074536 h 4074536"/>
                  <a:gd name="connsiteX2" fmla="*/ 1744775 w 2329761"/>
                  <a:gd name="connsiteY2" fmla="*/ 4074536 h 4074536"/>
                  <a:gd name="connsiteX3" fmla="*/ 0 w 2329761"/>
                  <a:gd name="connsiteY3" fmla="*/ 2329761 h 4074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29761" h="4074536">
                    <a:moveTo>
                      <a:pt x="2329761" y="0"/>
                    </a:moveTo>
                    <a:lnTo>
                      <a:pt x="2329761" y="4074536"/>
                    </a:lnTo>
                    <a:lnTo>
                      <a:pt x="1744775" y="4074536"/>
                    </a:lnTo>
                    <a:lnTo>
                      <a:pt x="0" y="2329761"/>
                    </a:lnTo>
                    <a:close/>
                  </a:path>
                </a:pathLst>
              </a:custGeom>
              <a:noFill/>
              <a:ln w="57150">
                <a:gradFill flip="none" rotWithShape="1">
                  <a:gsLst>
                    <a:gs pos="0">
                      <a:srgbClr val="D7B26C"/>
                    </a:gs>
                    <a:gs pos="31000">
                      <a:srgbClr val="D7B26C">
                        <a:alpha val="27000"/>
                      </a:srgbClr>
                    </a:gs>
                    <a:gs pos="65000">
                      <a:srgbClr val="D7B26C"/>
                    </a:gs>
                    <a:gs pos="100000">
                      <a:srgbClr val="D7B26C">
                        <a:alpha val="0"/>
                      </a:srgbClr>
                    </a:gs>
                  </a:gsLst>
                  <a:lin ang="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任意多边形 13"/>
              <p:cNvSpPr/>
              <p:nvPr/>
            </p:nvSpPr>
            <p:spPr>
              <a:xfrm>
                <a:off x="10162403" y="3101936"/>
                <a:ext cx="2068440" cy="3811626"/>
              </a:xfrm>
              <a:custGeom>
                <a:avLst/>
                <a:gdLst>
                  <a:gd name="connsiteX0" fmla="*/ 2068440 w 2068440"/>
                  <a:gd name="connsiteY0" fmla="*/ 0 h 3811626"/>
                  <a:gd name="connsiteX1" fmla="*/ 2068440 w 2068440"/>
                  <a:gd name="connsiteY1" fmla="*/ 3811626 h 3811626"/>
                  <a:gd name="connsiteX2" fmla="*/ 1743186 w 2068440"/>
                  <a:gd name="connsiteY2" fmla="*/ 3811626 h 3811626"/>
                  <a:gd name="connsiteX3" fmla="*/ 0 w 2068440"/>
                  <a:gd name="connsiteY3" fmla="*/ 2068440 h 38116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68440" h="3811626">
                    <a:moveTo>
                      <a:pt x="2068440" y="0"/>
                    </a:moveTo>
                    <a:lnTo>
                      <a:pt x="2068440" y="3811626"/>
                    </a:lnTo>
                    <a:lnTo>
                      <a:pt x="1743186" y="3811626"/>
                    </a:lnTo>
                    <a:lnTo>
                      <a:pt x="0" y="2068440"/>
                    </a:lnTo>
                    <a:close/>
                  </a:path>
                </a:pathLst>
              </a:custGeom>
              <a:noFill/>
              <a:ln w="57150">
                <a:gradFill flip="none" rotWithShape="1">
                  <a:gsLst>
                    <a:gs pos="0">
                      <a:srgbClr val="D7B26C"/>
                    </a:gs>
                    <a:gs pos="31000">
                      <a:srgbClr val="D7B26C">
                        <a:alpha val="27000"/>
                      </a:srgbClr>
                    </a:gs>
                    <a:gs pos="65000">
                      <a:srgbClr val="D7B26C"/>
                    </a:gs>
                    <a:gs pos="100000">
                      <a:srgbClr val="D7B26C">
                        <a:alpha val="0"/>
                      </a:srgbClr>
                    </a:gs>
                  </a:gsLst>
                  <a:lin ang="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任意多边形 14"/>
              <p:cNvSpPr/>
              <p:nvPr/>
            </p:nvSpPr>
            <p:spPr>
              <a:xfrm>
                <a:off x="9901084" y="-57386"/>
                <a:ext cx="2348809" cy="4093820"/>
              </a:xfrm>
              <a:custGeom>
                <a:avLst/>
                <a:gdLst>
                  <a:gd name="connsiteX0" fmla="*/ 1745011 w 2348809"/>
                  <a:gd name="connsiteY0" fmla="*/ 0 h 4093820"/>
                  <a:gd name="connsiteX1" fmla="*/ 2348809 w 2348809"/>
                  <a:gd name="connsiteY1" fmla="*/ 0 h 4093820"/>
                  <a:gd name="connsiteX2" fmla="*/ 2348809 w 2348809"/>
                  <a:gd name="connsiteY2" fmla="*/ 4093820 h 4093820"/>
                  <a:gd name="connsiteX3" fmla="*/ 0 w 2348809"/>
                  <a:gd name="connsiteY3" fmla="*/ 1745011 h 40938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48809" h="4093820">
                    <a:moveTo>
                      <a:pt x="1745011" y="0"/>
                    </a:moveTo>
                    <a:lnTo>
                      <a:pt x="2348809" y="0"/>
                    </a:lnTo>
                    <a:lnTo>
                      <a:pt x="2348809" y="4093820"/>
                    </a:lnTo>
                    <a:lnTo>
                      <a:pt x="0" y="1745011"/>
                    </a:lnTo>
                    <a:close/>
                  </a:path>
                </a:pathLst>
              </a:custGeom>
              <a:noFill/>
              <a:ln w="57150">
                <a:gradFill flip="none" rotWithShape="1">
                  <a:gsLst>
                    <a:gs pos="0">
                      <a:srgbClr val="D7B26C"/>
                    </a:gs>
                    <a:gs pos="31000">
                      <a:srgbClr val="D7B26C">
                        <a:alpha val="27000"/>
                      </a:srgbClr>
                    </a:gs>
                    <a:gs pos="65000">
                      <a:srgbClr val="D7B26C"/>
                    </a:gs>
                    <a:gs pos="100000">
                      <a:srgbClr val="D7B26C">
                        <a:alpha val="0"/>
                      </a:srgbClr>
                    </a:gs>
                  </a:gsLst>
                  <a:lin ang="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任意多边形 15"/>
              <p:cNvSpPr/>
              <p:nvPr/>
            </p:nvSpPr>
            <p:spPr>
              <a:xfrm>
                <a:off x="10162404" y="-57149"/>
                <a:ext cx="2057866" cy="3802641"/>
              </a:xfrm>
              <a:custGeom>
                <a:avLst/>
                <a:gdLst>
                  <a:gd name="connsiteX0" fmla="*/ 1744775 w 2057866"/>
                  <a:gd name="connsiteY0" fmla="*/ 0 h 3802641"/>
                  <a:gd name="connsiteX1" fmla="*/ 2057866 w 2057866"/>
                  <a:gd name="connsiteY1" fmla="*/ 0 h 3802641"/>
                  <a:gd name="connsiteX2" fmla="*/ 2057866 w 2057866"/>
                  <a:gd name="connsiteY2" fmla="*/ 3802641 h 3802641"/>
                  <a:gd name="connsiteX3" fmla="*/ 0 w 2057866"/>
                  <a:gd name="connsiteY3" fmla="*/ 1744775 h 3802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57866" h="3802641">
                    <a:moveTo>
                      <a:pt x="1744775" y="0"/>
                    </a:moveTo>
                    <a:lnTo>
                      <a:pt x="2057866" y="0"/>
                    </a:lnTo>
                    <a:lnTo>
                      <a:pt x="2057866" y="3802641"/>
                    </a:lnTo>
                    <a:lnTo>
                      <a:pt x="0" y="1744775"/>
                    </a:lnTo>
                    <a:close/>
                  </a:path>
                </a:pathLst>
              </a:custGeom>
              <a:noFill/>
              <a:ln w="57150">
                <a:gradFill flip="none" rotWithShape="1">
                  <a:gsLst>
                    <a:gs pos="0">
                      <a:srgbClr val="D7B26C"/>
                    </a:gs>
                    <a:gs pos="31000">
                      <a:srgbClr val="D7B26C">
                        <a:alpha val="27000"/>
                      </a:srgbClr>
                    </a:gs>
                    <a:gs pos="65000">
                      <a:srgbClr val="D7B26C"/>
                    </a:gs>
                    <a:gs pos="100000">
                      <a:srgbClr val="D7B26C">
                        <a:alpha val="0"/>
                      </a:srgbClr>
                    </a:gs>
                  </a:gsLst>
                  <a:lin ang="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任意多边形 16"/>
              <p:cNvSpPr/>
              <p:nvPr/>
            </p:nvSpPr>
            <p:spPr>
              <a:xfrm>
                <a:off x="9629471" y="857250"/>
                <a:ext cx="2601373" cy="5143500"/>
              </a:xfrm>
              <a:custGeom>
                <a:avLst/>
                <a:gdLst>
                  <a:gd name="connsiteX0" fmla="*/ 2571750 w 2601373"/>
                  <a:gd name="connsiteY0" fmla="*/ 0 h 5143500"/>
                  <a:gd name="connsiteX1" fmla="*/ 2601373 w 2601373"/>
                  <a:gd name="connsiteY1" fmla="*/ 29623 h 5143500"/>
                  <a:gd name="connsiteX2" fmla="*/ 2601373 w 2601373"/>
                  <a:gd name="connsiteY2" fmla="*/ 5113877 h 5143500"/>
                  <a:gd name="connsiteX3" fmla="*/ 2571750 w 2601373"/>
                  <a:gd name="connsiteY3" fmla="*/ 5143500 h 5143500"/>
                  <a:gd name="connsiteX4" fmla="*/ 0 w 2601373"/>
                  <a:gd name="connsiteY4" fmla="*/ 2571750 h 5143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01373" h="5143500">
                    <a:moveTo>
                      <a:pt x="2571750" y="0"/>
                    </a:moveTo>
                    <a:lnTo>
                      <a:pt x="2601373" y="29623"/>
                    </a:lnTo>
                    <a:lnTo>
                      <a:pt x="2601373" y="5113877"/>
                    </a:lnTo>
                    <a:lnTo>
                      <a:pt x="2571750" y="5143500"/>
                    </a:lnTo>
                    <a:lnTo>
                      <a:pt x="0" y="2571750"/>
                    </a:lnTo>
                    <a:close/>
                  </a:path>
                </a:pathLst>
              </a:custGeom>
              <a:noFill/>
              <a:ln w="57150">
                <a:gradFill flip="none" rotWithShape="1">
                  <a:gsLst>
                    <a:gs pos="0">
                      <a:srgbClr val="D7B26C"/>
                    </a:gs>
                    <a:gs pos="57000">
                      <a:srgbClr val="D7B26C">
                        <a:alpha val="28000"/>
                      </a:srgbClr>
                    </a:gs>
                    <a:gs pos="100000">
                      <a:srgbClr val="D7B26C">
                        <a:alpha val="0"/>
                      </a:srgbClr>
                    </a:gs>
                  </a:gsLst>
                  <a:lin ang="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任意多边形 17"/>
              <p:cNvSpPr/>
              <p:nvPr/>
            </p:nvSpPr>
            <p:spPr>
              <a:xfrm>
                <a:off x="10734370" y="1962150"/>
                <a:ext cx="1466850" cy="2933700"/>
              </a:xfrm>
              <a:custGeom>
                <a:avLst/>
                <a:gdLst>
                  <a:gd name="connsiteX0" fmla="*/ 1466850 w 1466850"/>
                  <a:gd name="connsiteY0" fmla="*/ 0 h 2933700"/>
                  <a:gd name="connsiteX1" fmla="*/ 1466850 w 1466850"/>
                  <a:gd name="connsiteY1" fmla="*/ 2933700 h 2933700"/>
                  <a:gd name="connsiteX2" fmla="*/ 0 w 1466850"/>
                  <a:gd name="connsiteY2" fmla="*/ 1466850 h 2933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66850" h="2933700">
                    <a:moveTo>
                      <a:pt x="1466850" y="0"/>
                    </a:moveTo>
                    <a:lnTo>
                      <a:pt x="1466850" y="2933700"/>
                    </a:lnTo>
                    <a:lnTo>
                      <a:pt x="0" y="1466850"/>
                    </a:lnTo>
                    <a:close/>
                  </a:path>
                </a:pathLst>
              </a:custGeom>
              <a:solidFill>
                <a:srgbClr val="5B6A7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任意多边形 18"/>
              <p:cNvSpPr/>
              <p:nvPr/>
            </p:nvSpPr>
            <p:spPr>
              <a:xfrm>
                <a:off x="11237917" y="2465696"/>
                <a:ext cx="973877" cy="1926608"/>
              </a:xfrm>
              <a:custGeom>
                <a:avLst/>
                <a:gdLst>
                  <a:gd name="connsiteX0" fmla="*/ 963304 w 973877"/>
                  <a:gd name="connsiteY0" fmla="*/ 0 h 1926608"/>
                  <a:gd name="connsiteX1" fmla="*/ 973877 w 973877"/>
                  <a:gd name="connsiteY1" fmla="*/ 10573 h 1926608"/>
                  <a:gd name="connsiteX2" fmla="*/ 973877 w 973877"/>
                  <a:gd name="connsiteY2" fmla="*/ 1916035 h 1926608"/>
                  <a:gd name="connsiteX3" fmla="*/ 963304 w 973877"/>
                  <a:gd name="connsiteY3" fmla="*/ 1926608 h 1926608"/>
                  <a:gd name="connsiteX4" fmla="*/ 0 w 973877"/>
                  <a:gd name="connsiteY4" fmla="*/ 963304 h 1926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73877" h="1926608">
                    <a:moveTo>
                      <a:pt x="963304" y="0"/>
                    </a:moveTo>
                    <a:lnTo>
                      <a:pt x="973877" y="10573"/>
                    </a:lnTo>
                    <a:lnTo>
                      <a:pt x="973877" y="1916035"/>
                    </a:lnTo>
                    <a:lnTo>
                      <a:pt x="963304" y="1926608"/>
                    </a:lnTo>
                    <a:lnTo>
                      <a:pt x="0" y="963304"/>
                    </a:lnTo>
                    <a:close/>
                  </a:path>
                </a:pathLst>
              </a:custGeom>
              <a:noFill/>
              <a:ln w="57150">
                <a:gradFill flip="none" rotWithShape="1">
                  <a:gsLst>
                    <a:gs pos="0">
                      <a:srgbClr val="D7B26C"/>
                    </a:gs>
                    <a:gs pos="57000">
                      <a:srgbClr val="D7B26C">
                        <a:alpha val="28000"/>
                      </a:srgbClr>
                    </a:gs>
                    <a:gs pos="100000">
                      <a:srgbClr val="D7B26C">
                        <a:alpha val="0"/>
                      </a:srgbClr>
                    </a:gs>
                  </a:gsLst>
                  <a:lin ang="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cxnSp>
        <p:nvCxnSpPr>
          <p:cNvPr id="20" name="直接连接符 19"/>
          <p:cNvCxnSpPr>
            <a:stCxn id="7" idx="2"/>
            <a:endCxn id="5" idx="2"/>
          </p:cNvCxnSpPr>
          <p:nvPr/>
        </p:nvCxnSpPr>
        <p:spPr>
          <a:xfrm flipH="1">
            <a:off x="409568" y="1452513"/>
            <a:ext cx="1" cy="3961076"/>
          </a:xfrm>
          <a:prstGeom prst="line">
            <a:avLst/>
          </a:prstGeom>
          <a:ln w="38100">
            <a:gradFill flip="none" rotWithShape="1">
              <a:gsLst>
                <a:gs pos="0">
                  <a:srgbClr val="D7B26C"/>
                </a:gs>
                <a:gs pos="47000">
                  <a:srgbClr val="D7B26C">
                    <a:alpha val="64000"/>
                  </a:srgbClr>
                </a:gs>
                <a:gs pos="79000">
                  <a:srgbClr val="D7B26C">
                    <a:alpha val="36000"/>
                  </a:srgbClr>
                </a:gs>
                <a:gs pos="25000">
                  <a:srgbClr val="D7B26C">
                    <a:alpha val="40000"/>
                  </a:srgbClr>
                </a:gs>
                <a:gs pos="100000">
                  <a:srgbClr val="D7B26C"/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4632960" y="2829560"/>
            <a:ext cx="292608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72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谢谢！</a:t>
            </a:r>
            <a:endParaRPr lang="zh-CN" altLang="en-US" sz="720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zRiNGE2YjVjMjBmNWEwZWU3YTRiYzc0MzA3MmZhYWUifQ=="/>
</p:tagLst>
</file>

<file path=ppt/theme/theme1.xml><?xml version="1.0" encoding="utf-8"?>
<a:theme xmlns:a="http://schemas.openxmlformats.org/drawingml/2006/main" name="WPS">
  <a:themeElements>
    <a:clrScheme name="WPS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6724B"/>
      </a:accent2>
      <a:accent3>
        <a:srgbClr val="EFBB1F"/>
      </a:accent3>
      <a:accent4>
        <a:srgbClr val="75BD42"/>
      </a:accent4>
      <a:accent5>
        <a:srgbClr val="30C0B4"/>
      </a:accent5>
      <a:accent6>
        <a:srgbClr val="E05269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847</Words>
  <Application>WPS 演示</Application>
  <PresentationFormat>宽屏</PresentationFormat>
  <Paragraphs>61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宋体</vt:lpstr>
      <vt:lpstr>Wingdings</vt:lpstr>
      <vt:lpstr>微软雅黑</vt:lpstr>
      <vt:lpstr>Times New Roman</vt:lpstr>
      <vt:lpstr>Calibri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时之天空</cp:lastModifiedBy>
  <cp:revision>503</cp:revision>
  <dcterms:created xsi:type="dcterms:W3CDTF">2023-09-17T02:11:00Z</dcterms:created>
  <dcterms:modified xsi:type="dcterms:W3CDTF">2026-04-19T23:50:35Z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E1E3469DAA1F455DA08A94B756F4455C_13</vt:lpwstr>
  </property>
  <property fmtid="{D5CDD505-2E9C-101B-9397-08002B2CF9AE}" pid="3" name="KSOProductBuildVer">
    <vt:lpwstr>2052-12.1.0.25865</vt:lpwstr>
  </property>
</Properties>
</file>